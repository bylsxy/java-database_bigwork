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S01 题目与团队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S02 评分点总览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S03 系统功能结构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S04 数据库设计流程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S05 ER与关系模式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S06 表结构与关键约束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S07 SQL对象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S08 AI与NL2SQL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S09 后台程序设计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S10 核心界面截图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S11 演示路线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S12 创新点与总结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